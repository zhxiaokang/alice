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56" d="100"/>
          <a:sy n="56" d="100"/>
        </p:scale>
        <p:origin x="106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kang Zhang" userId="560ed40a-cbe5-4173-b474-956d5606273f" providerId="ADAL" clId="{236AC842-FBA5-4FE8-A5F6-0B79C75E9FAF}"/>
    <pc:docChg chg="modSld">
      <pc:chgData name="Xiaokang Zhang" userId="560ed40a-cbe5-4173-b474-956d5606273f" providerId="ADAL" clId="{236AC842-FBA5-4FE8-A5F6-0B79C75E9FAF}" dt="2025-11-26T05:30:36.804" v="189" actId="1076"/>
      <pc:docMkLst>
        <pc:docMk/>
      </pc:docMkLst>
      <pc:sldChg chg="addSp modSp mod">
        <pc:chgData name="Xiaokang Zhang" userId="560ed40a-cbe5-4173-b474-956d5606273f" providerId="ADAL" clId="{236AC842-FBA5-4FE8-A5F6-0B79C75E9FAF}" dt="2025-11-26T05:23:46.080" v="113" actId="2711"/>
        <pc:sldMkLst>
          <pc:docMk/>
          <pc:sldMk cId="3223663447" sldId="257"/>
        </pc:sldMkLst>
        <pc:spChg chg="mod">
          <ac:chgData name="Xiaokang Zhang" userId="560ed40a-cbe5-4173-b474-956d5606273f" providerId="ADAL" clId="{236AC842-FBA5-4FE8-A5F6-0B79C75E9FAF}" dt="2025-11-25T13:08:34.778" v="9" actId="1035"/>
          <ac:spMkLst>
            <pc:docMk/>
            <pc:sldMk cId="3223663447" sldId="257"/>
            <ac:spMk id="2" creationId="{A326BA0C-CDB8-9147-8502-FAE417303D1E}"/>
          </ac:spMkLst>
        </pc:spChg>
        <pc:spChg chg="add mod">
          <ac:chgData name="Xiaokang Zhang" userId="560ed40a-cbe5-4173-b474-956d5606273f" providerId="ADAL" clId="{236AC842-FBA5-4FE8-A5F6-0B79C75E9FAF}" dt="2025-11-26T05:23:46.080" v="113" actId="2711"/>
          <ac:spMkLst>
            <pc:docMk/>
            <pc:sldMk cId="3223663447" sldId="257"/>
            <ac:spMk id="3" creationId="{15C3C74A-39CE-EF2C-1267-2E09CAA40B1C}"/>
          </ac:spMkLst>
        </pc:spChg>
        <pc:spChg chg="mod">
          <ac:chgData name="Xiaokang Zhang" userId="560ed40a-cbe5-4173-b474-956d5606273f" providerId="ADAL" clId="{236AC842-FBA5-4FE8-A5F6-0B79C75E9FAF}" dt="2025-11-26T05:23:39.581" v="112" actId="2711"/>
          <ac:spMkLst>
            <pc:docMk/>
            <pc:sldMk cId="3223663447" sldId="257"/>
            <ac:spMk id="13" creationId="{AEE053BD-06F6-A548-0100-8F02612D6867}"/>
          </ac:spMkLst>
        </pc:spChg>
        <pc:picChg chg="mod">
          <ac:chgData name="Xiaokang Zhang" userId="560ed40a-cbe5-4173-b474-956d5606273f" providerId="ADAL" clId="{236AC842-FBA5-4FE8-A5F6-0B79C75E9FAF}" dt="2025-11-26T05:22:36.600" v="109" actId="1076"/>
          <ac:picMkLst>
            <pc:docMk/>
            <pc:sldMk cId="3223663447" sldId="257"/>
            <ac:picMk id="7" creationId="{11BE5063-C153-D43E-69E6-49567CAC4184}"/>
          </ac:picMkLst>
        </pc:picChg>
        <pc:picChg chg="mod">
          <ac:chgData name="Xiaokang Zhang" userId="560ed40a-cbe5-4173-b474-956d5606273f" providerId="ADAL" clId="{236AC842-FBA5-4FE8-A5F6-0B79C75E9FAF}" dt="2025-11-26T05:22:36.600" v="109" actId="1076"/>
          <ac:picMkLst>
            <pc:docMk/>
            <pc:sldMk cId="3223663447" sldId="257"/>
            <ac:picMk id="9" creationId="{EE178084-8036-DC2E-CF93-255F47765C30}"/>
          </ac:picMkLst>
        </pc:picChg>
        <pc:picChg chg="mod">
          <ac:chgData name="Xiaokang Zhang" userId="560ed40a-cbe5-4173-b474-956d5606273f" providerId="ADAL" clId="{236AC842-FBA5-4FE8-A5F6-0B79C75E9FAF}" dt="2025-11-26T05:22:48.617" v="111" actId="1076"/>
          <ac:picMkLst>
            <pc:docMk/>
            <pc:sldMk cId="3223663447" sldId="257"/>
            <ac:picMk id="14" creationId="{40C21F16-B2E6-3322-9AAC-E9E001567AFF}"/>
          </ac:picMkLst>
        </pc:picChg>
        <pc:picChg chg="mod">
          <ac:chgData name="Xiaokang Zhang" userId="560ed40a-cbe5-4173-b474-956d5606273f" providerId="ADAL" clId="{236AC842-FBA5-4FE8-A5F6-0B79C75E9FAF}" dt="2025-11-26T05:22:48.617" v="111" actId="1076"/>
          <ac:picMkLst>
            <pc:docMk/>
            <pc:sldMk cId="3223663447" sldId="257"/>
            <ac:picMk id="16" creationId="{81104D87-F554-F458-8965-22D39545FB1A}"/>
          </ac:picMkLst>
        </pc:picChg>
      </pc:sldChg>
      <pc:sldChg chg="addSp modSp mod">
        <pc:chgData name="Xiaokang Zhang" userId="560ed40a-cbe5-4173-b474-956d5606273f" providerId="ADAL" clId="{236AC842-FBA5-4FE8-A5F6-0B79C75E9FAF}" dt="2025-11-26T05:24:33.952" v="143" actId="1076"/>
        <pc:sldMkLst>
          <pc:docMk/>
          <pc:sldMk cId="867231761" sldId="258"/>
        </pc:sldMkLst>
        <pc:spChg chg="mod">
          <ac:chgData name="Xiaokang Zhang" userId="560ed40a-cbe5-4173-b474-956d5606273f" providerId="ADAL" clId="{236AC842-FBA5-4FE8-A5F6-0B79C75E9FAF}" dt="2025-11-25T13:08:41.606" v="19" actId="1035"/>
          <ac:spMkLst>
            <pc:docMk/>
            <pc:sldMk cId="867231761" sldId="258"/>
            <ac:spMk id="2" creationId="{17184DDE-2585-A35A-98A2-55F3E2832C93}"/>
          </ac:spMkLst>
        </pc:spChg>
        <pc:spChg chg="add mod">
          <ac:chgData name="Xiaokang Zhang" userId="560ed40a-cbe5-4173-b474-956d5606273f" providerId="ADAL" clId="{236AC842-FBA5-4FE8-A5F6-0B79C75E9FAF}" dt="2025-11-26T05:24:33.952" v="143" actId="1076"/>
          <ac:spMkLst>
            <pc:docMk/>
            <pc:sldMk cId="867231761" sldId="258"/>
            <ac:spMk id="3" creationId="{3C31CC85-E893-3E6F-D413-7F35D636A814}"/>
          </ac:spMkLst>
        </pc:spChg>
        <pc:spChg chg="mod">
          <ac:chgData name="Xiaokang Zhang" userId="560ed40a-cbe5-4173-b474-956d5606273f" providerId="ADAL" clId="{236AC842-FBA5-4FE8-A5F6-0B79C75E9FAF}" dt="2025-11-26T05:24:03.505" v="114" actId="1076"/>
          <ac:spMkLst>
            <pc:docMk/>
            <pc:sldMk cId="867231761" sldId="258"/>
            <ac:spMk id="19" creationId="{7F6AE7D0-E35F-4182-D00F-5F26CC20E8AF}"/>
          </ac:spMkLst>
        </pc:spChg>
        <pc:spChg chg="mod">
          <ac:chgData name="Xiaokang Zhang" userId="560ed40a-cbe5-4173-b474-956d5606273f" providerId="ADAL" clId="{236AC842-FBA5-4FE8-A5F6-0B79C75E9FAF}" dt="2025-11-26T05:24:03.505" v="114" actId="1076"/>
          <ac:spMkLst>
            <pc:docMk/>
            <pc:sldMk cId="867231761" sldId="258"/>
            <ac:spMk id="21" creationId="{385DDDDD-78EC-CB12-DC0E-9A7639864C5D}"/>
          </ac:spMkLst>
        </pc:spChg>
        <pc:spChg chg="mod">
          <ac:chgData name="Xiaokang Zhang" userId="560ed40a-cbe5-4173-b474-956d5606273f" providerId="ADAL" clId="{236AC842-FBA5-4FE8-A5F6-0B79C75E9FAF}" dt="2025-11-26T05:24:03.505" v="114" actId="1076"/>
          <ac:spMkLst>
            <pc:docMk/>
            <pc:sldMk cId="867231761" sldId="258"/>
            <ac:spMk id="22" creationId="{49A14B59-A0F5-21FA-3A73-17C7D800D084}"/>
          </ac:spMkLst>
        </pc:spChg>
        <pc:spChg chg="mod">
          <ac:chgData name="Xiaokang Zhang" userId="560ed40a-cbe5-4173-b474-956d5606273f" providerId="ADAL" clId="{236AC842-FBA5-4FE8-A5F6-0B79C75E9FAF}" dt="2025-11-26T05:24:03.505" v="114" actId="1076"/>
          <ac:spMkLst>
            <pc:docMk/>
            <pc:sldMk cId="867231761" sldId="258"/>
            <ac:spMk id="23" creationId="{9B16F5E1-04C9-55CB-8133-746587BEA4F3}"/>
          </ac:spMkLst>
        </pc:spChg>
        <pc:spChg chg="mod">
          <ac:chgData name="Xiaokang Zhang" userId="560ed40a-cbe5-4173-b474-956d5606273f" providerId="ADAL" clId="{236AC842-FBA5-4FE8-A5F6-0B79C75E9FAF}" dt="2025-11-26T05:24:03.505" v="114" actId="1076"/>
          <ac:spMkLst>
            <pc:docMk/>
            <pc:sldMk cId="867231761" sldId="258"/>
            <ac:spMk id="24" creationId="{DF808C07-FF30-2C70-9AA9-15DFFC1826CF}"/>
          </ac:spMkLst>
        </pc:spChg>
        <pc:picChg chg="mod">
          <ac:chgData name="Xiaokang Zhang" userId="560ed40a-cbe5-4173-b474-956d5606273f" providerId="ADAL" clId="{236AC842-FBA5-4FE8-A5F6-0B79C75E9FAF}" dt="2025-11-26T05:24:03.505" v="114" actId="1076"/>
          <ac:picMkLst>
            <pc:docMk/>
            <pc:sldMk cId="867231761" sldId="258"/>
            <ac:picMk id="8" creationId="{CA5A8B68-2DBE-1871-B79B-268FD6B30D35}"/>
          </ac:picMkLst>
        </pc:picChg>
        <pc:picChg chg="mod">
          <ac:chgData name="Xiaokang Zhang" userId="560ed40a-cbe5-4173-b474-956d5606273f" providerId="ADAL" clId="{236AC842-FBA5-4FE8-A5F6-0B79C75E9FAF}" dt="2025-11-26T05:24:03.505" v="114" actId="1076"/>
          <ac:picMkLst>
            <pc:docMk/>
            <pc:sldMk cId="867231761" sldId="258"/>
            <ac:picMk id="11" creationId="{631F28D9-2E95-2F8F-C769-DE829BE6549A}"/>
          </ac:picMkLst>
        </pc:picChg>
        <pc:picChg chg="mod">
          <ac:chgData name="Xiaokang Zhang" userId="560ed40a-cbe5-4173-b474-956d5606273f" providerId="ADAL" clId="{236AC842-FBA5-4FE8-A5F6-0B79C75E9FAF}" dt="2025-11-26T05:24:03.505" v="114" actId="1076"/>
          <ac:picMkLst>
            <pc:docMk/>
            <pc:sldMk cId="867231761" sldId="258"/>
            <ac:picMk id="18" creationId="{9F9A9F7C-62BC-6437-9ABA-452A253045AC}"/>
          </ac:picMkLst>
        </pc:picChg>
      </pc:sldChg>
      <pc:sldChg chg="addSp modSp mod">
        <pc:chgData name="Xiaokang Zhang" userId="560ed40a-cbe5-4173-b474-956d5606273f" providerId="ADAL" clId="{236AC842-FBA5-4FE8-A5F6-0B79C75E9FAF}" dt="2025-11-26T05:30:36.804" v="189" actId="1076"/>
        <pc:sldMkLst>
          <pc:docMk/>
          <pc:sldMk cId="789458241" sldId="259"/>
        </pc:sldMkLst>
        <pc:spChg chg="mod">
          <ac:chgData name="Xiaokang Zhang" userId="560ed40a-cbe5-4173-b474-956d5606273f" providerId="ADAL" clId="{236AC842-FBA5-4FE8-A5F6-0B79C75E9FAF}" dt="2025-11-25T13:08:48.128" v="29" actId="1035"/>
          <ac:spMkLst>
            <pc:docMk/>
            <pc:sldMk cId="789458241" sldId="259"/>
            <ac:spMk id="2" creationId="{61163C9E-A590-FE8D-7FBB-BF440F606B6F}"/>
          </ac:spMkLst>
        </pc:spChg>
        <pc:spChg chg="add mod">
          <ac:chgData name="Xiaokang Zhang" userId="560ed40a-cbe5-4173-b474-956d5606273f" providerId="ADAL" clId="{236AC842-FBA5-4FE8-A5F6-0B79C75E9FAF}" dt="2025-11-26T05:27:36.133" v="167" actId="1076"/>
          <ac:spMkLst>
            <pc:docMk/>
            <pc:sldMk cId="789458241" sldId="259"/>
            <ac:spMk id="3" creationId="{9F24ED29-C182-ED95-C912-8F37A0A72886}"/>
          </ac:spMkLst>
        </pc:spChg>
        <pc:spChg chg="mod">
          <ac:chgData name="Xiaokang Zhang" userId="560ed40a-cbe5-4173-b474-956d5606273f" providerId="ADAL" clId="{236AC842-FBA5-4FE8-A5F6-0B79C75E9FAF}" dt="2025-11-26T05:28:48.261" v="179" actId="1076"/>
          <ac:spMkLst>
            <pc:docMk/>
            <pc:sldMk cId="789458241" sldId="259"/>
            <ac:spMk id="6" creationId="{63F4430A-3AA9-A1A6-83B6-D0510FCC0FBA}"/>
          </ac:spMkLst>
        </pc:spChg>
        <pc:spChg chg="mod">
          <ac:chgData name="Xiaokang Zhang" userId="560ed40a-cbe5-4173-b474-956d5606273f" providerId="ADAL" clId="{236AC842-FBA5-4FE8-A5F6-0B79C75E9FAF}" dt="2025-11-26T05:28:48.261" v="179" actId="1076"/>
          <ac:spMkLst>
            <pc:docMk/>
            <pc:sldMk cId="789458241" sldId="259"/>
            <ac:spMk id="7" creationId="{81675FCA-66D2-D954-84FC-9B1C6CED31D7}"/>
          </ac:spMkLst>
        </pc:spChg>
        <pc:spChg chg="add mod">
          <ac:chgData name="Xiaokang Zhang" userId="560ed40a-cbe5-4173-b474-956d5606273f" providerId="ADAL" clId="{236AC842-FBA5-4FE8-A5F6-0B79C75E9FAF}" dt="2025-11-26T05:27:41.252" v="168" actId="1076"/>
          <ac:spMkLst>
            <pc:docMk/>
            <pc:sldMk cId="789458241" sldId="259"/>
            <ac:spMk id="8" creationId="{F898A85E-F9DD-1BD9-D814-809AE4BA149E}"/>
          </ac:spMkLst>
        </pc:spChg>
        <pc:spChg chg="mod">
          <ac:chgData name="Xiaokang Zhang" userId="560ed40a-cbe5-4173-b474-956d5606273f" providerId="ADAL" clId="{236AC842-FBA5-4FE8-A5F6-0B79C75E9FAF}" dt="2025-11-26T05:28:48.261" v="179" actId="1076"/>
          <ac:spMkLst>
            <pc:docMk/>
            <pc:sldMk cId="789458241" sldId="259"/>
            <ac:spMk id="9" creationId="{EED5B327-AE13-BE93-8E08-F7746659469C}"/>
          </ac:spMkLst>
        </pc:spChg>
        <pc:spChg chg="mod">
          <ac:chgData name="Xiaokang Zhang" userId="560ed40a-cbe5-4173-b474-956d5606273f" providerId="ADAL" clId="{236AC842-FBA5-4FE8-A5F6-0B79C75E9FAF}" dt="2025-11-26T05:28:48.261" v="179" actId="1076"/>
          <ac:spMkLst>
            <pc:docMk/>
            <pc:sldMk cId="789458241" sldId="259"/>
            <ac:spMk id="17" creationId="{B5AB7329-3BCC-B236-DEEC-180D7C622C16}"/>
          </ac:spMkLst>
        </pc:spChg>
        <pc:spChg chg="mod">
          <ac:chgData name="Xiaokang Zhang" userId="560ed40a-cbe5-4173-b474-956d5606273f" providerId="ADAL" clId="{236AC842-FBA5-4FE8-A5F6-0B79C75E9FAF}" dt="2025-11-26T05:28:48.261" v="179" actId="1076"/>
          <ac:spMkLst>
            <pc:docMk/>
            <pc:sldMk cId="789458241" sldId="259"/>
            <ac:spMk id="20" creationId="{8D8FA8A4-E487-E939-DB4A-3B906062FA64}"/>
          </ac:spMkLst>
        </pc:spChg>
        <pc:spChg chg="mod">
          <ac:chgData name="Xiaokang Zhang" userId="560ed40a-cbe5-4173-b474-956d5606273f" providerId="ADAL" clId="{236AC842-FBA5-4FE8-A5F6-0B79C75E9FAF}" dt="2025-11-26T05:28:48.261" v="179" actId="1076"/>
          <ac:spMkLst>
            <pc:docMk/>
            <pc:sldMk cId="789458241" sldId="259"/>
            <ac:spMk id="25" creationId="{66AFC017-0DAC-6DB8-05BF-0D27C9F9325B}"/>
          </ac:spMkLst>
        </pc:spChg>
        <pc:picChg chg="mod">
          <ac:chgData name="Xiaokang Zhang" userId="560ed40a-cbe5-4173-b474-956d5606273f" providerId="ADAL" clId="{236AC842-FBA5-4FE8-A5F6-0B79C75E9FAF}" dt="2025-11-26T05:27:29.664" v="166" actId="1076"/>
          <ac:picMkLst>
            <pc:docMk/>
            <pc:sldMk cId="789458241" sldId="259"/>
            <ac:picMk id="4" creationId="{16966D8D-50E5-D9EE-065D-B62DFF1CE1D8}"/>
          </ac:picMkLst>
        </pc:picChg>
        <pc:picChg chg="mod">
          <ac:chgData name="Xiaokang Zhang" userId="560ed40a-cbe5-4173-b474-956d5606273f" providerId="ADAL" clId="{236AC842-FBA5-4FE8-A5F6-0B79C75E9FAF}" dt="2025-11-26T05:27:23.536" v="165" actId="1076"/>
          <ac:picMkLst>
            <pc:docMk/>
            <pc:sldMk cId="789458241" sldId="259"/>
            <ac:picMk id="5" creationId="{EBD517D1-DD60-C809-D440-9409A5116234}"/>
          </ac:picMkLst>
        </pc:picChg>
        <pc:picChg chg="mod">
          <ac:chgData name="Xiaokang Zhang" userId="560ed40a-cbe5-4173-b474-956d5606273f" providerId="ADAL" clId="{236AC842-FBA5-4FE8-A5F6-0B79C75E9FAF}" dt="2025-11-26T05:27:23.536" v="165" actId="1076"/>
          <ac:picMkLst>
            <pc:docMk/>
            <pc:sldMk cId="789458241" sldId="259"/>
            <ac:picMk id="12" creationId="{14A40070-2270-1F82-0B58-E6E2A3AB9B9B}"/>
          </ac:picMkLst>
        </pc:picChg>
        <pc:picChg chg="mod">
          <ac:chgData name="Xiaokang Zhang" userId="560ed40a-cbe5-4173-b474-956d5606273f" providerId="ADAL" clId="{236AC842-FBA5-4FE8-A5F6-0B79C75E9FAF}" dt="2025-11-26T05:27:23.536" v="165" actId="1076"/>
          <ac:picMkLst>
            <pc:docMk/>
            <pc:sldMk cId="789458241" sldId="259"/>
            <ac:picMk id="14" creationId="{37A51F93-150E-947A-D73D-610FC35C0C66}"/>
          </ac:picMkLst>
        </pc:picChg>
        <pc:picChg chg="mod">
          <ac:chgData name="Xiaokang Zhang" userId="560ed40a-cbe5-4173-b474-956d5606273f" providerId="ADAL" clId="{236AC842-FBA5-4FE8-A5F6-0B79C75E9FAF}" dt="2025-11-26T05:27:23.536" v="165" actId="1076"/>
          <ac:picMkLst>
            <pc:docMk/>
            <pc:sldMk cId="789458241" sldId="259"/>
            <ac:picMk id="16" creationId="{28E50F01-A761-FAEF-27E7-B57BCFF0CED8}"/>
          </ac:picMkLst>
        </pc:picChg>
        <pc:picChg chg="mod">
          <ac:chgData name="Xiaokang Zhang" userId="560ed40a-cbe5-4173-b474-956d5606273f" providerId="ADAL" clId="{236AC842-FBA5-4FE8-A5F6-0B79C75E9FAF}" dt="2025-11-26T05:30:36.804" v="189" actId="1076"/>
          <ac:picMkLst>
            <pc:docMk/>
            <pc:sldMk cId="789458241" sldId="259"/>
            <ac:picMk id="27" creationId="{C5B22E3C-BD06-E5F3-0BE6-B03BAE735CFA}"/>
          </ac:picMkLst>
        </pc:picChg>
        <pc:cxnChg chg="add mod">
          <ac:chgData name="Xiaokang Zhang" userId="560ed40a-cbe5-4173-b474-956d5606273f" providerId="ADAL" clId="{236AC842-FBA5-4FE8-A5F6-0B79C75E9FAF}" dt="2025-11-26T05:28:19.580" v="175" actId="1076"/>
          <ac:cxnSpMkLst>
            <pc:docMk/>
            <pc:sldMk cId="789458241" sldId="259"/>
            <ac:cxnSpMk id="11" creationId="{311C81DC-EE0E-FAD7-CADB-857B04CD50FF}"/>
          </ac:cxnSpMkLst>
        </pc:cxnChg>
        <pc:cxnChg chg="add mod">
          <ac:chgData name="Xiaokang Zhang" userId="560ed40a-cbe5-4173-b474-956d5606273f" providerId="ADAL" clId="{236AC842-FBA5-4FE8-A5F6-0B79C75E9FAF}" dt="2025-11-26T05:28:26.454" v="178" actId="1037"/>
          <ac:cxnSpMkLst>
            <pc:docMk/>
            <pc:sldMk cId="789458241" sldId="259"/>
            <ac:cxnSpMk id="13" creationId="{8A361142-3122-9830-314A-8A77C074BF21}"/>
          </ac:cxnSpMkLst>
        </pc:cxnChg>
        <pc:cxnChg chg="add mod">
          <ac:chgData name="Xiaokang Zhang" userId="560ed40a-cbe5-4173-b474-956d5606273f" providerId="ADAL" clId="{236AC842-FBA5-4FE8-A5F6-0B79C75E9FAF}" dt="2025-11-26T05:29:21.416" v="186" actId="14100"/>
          <ac:cxnSpMkLst>
            <pc:docMk/>
            <pc:sldMk cId="789458241" sldId="259"/>
            <ac:cxnSpMk id="18" creationId="{FE385B46-EB28-A696-5B07-0C9D08A83929}"/>
          </ac:cxnSpMkLst>
        </pc:cxnChg>
        <pc:cxnChg chg="add mod">
          <ac:chgData name="Xiaokang Zhang" userId="560ed40a-cbe5-4173-b474-956d5606273f" providerId="ADAL" clId="{236AC842-FBA5-4FE8-A5F6-0B79C75E9FAF}" dt="2025-11-26T05:29:31.268" v="188" actId="14100"/>
          <ac:cxnSpMkLst>
            <pc:docMk/>
            <pc:sldMk cId="789458241" sldId="259"/>
            <ac:cxnSpMk id="19" creationId="{810A1866-8AD1-53C1-8C73-E56A5F785D1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09A7A-E3D3-1E78-90DC-7BE73AE25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027D8-CCB8-A56E-3A1D-0B1347588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57DD5-04FB-E08C-0284-D6FE136BB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F973-8343-4ABA-8E9D-C7DA959EE69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84916-5C5C-FB73-D322-871027C6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C380F-ACB9-72C5-3CB4-C73447998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BF52-8DD6-4B9B-B230-839C58382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7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08894-7C3D-3BC7-D6B7-ED0C57FF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1856-2FE7-5FEB-2C29-931FBC57E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80542-6B71-719C-8365-E790C13C1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F973-8343-4ABA-8E9D-C7DA959EE69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A58B5-10EA-E720-2EE6-273C1195D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5A119-6C2D-539F-0C1A-B76730716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BF52-8DD6-4B9B-B230-839C58382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951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C6C4B-69A1-43D6-14D3-95BBC3299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2E770-89F0-AC19-EFBD-DDAFE1311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FE14F-B842-1BF6-64E5-E636C6324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F973-8343-4ABA-8E9D-C7DA959EE69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7291C-4954-BAB7-158C-B21629B1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F6B4D-1FA7-2B5E-38CC-A2AB73803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BF52-8DD6-4B9B-B230-839C58382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54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E9D3E-79CE-955D-3961-8307862A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F99A3-3E81-5488-E8D5-559E614B67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B405B-7431-719B-EFE8-717D3AB73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05851-F368-F7F3-8AF6-559226131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F973-8343-4ABA-8E9D-C7DA959EE69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45596-AAFF-E0A4-2FFF-8C405367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BA663-64FD-AA16-448A-5234BB8EB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BF52-8DD6-4B9B-B230-839C58382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57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B55B1-94C2-F306-FD67-C45E5C782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6D2C6-2F3D-DA18-C363-24A1BF8B1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8265B-8352-A3F1-6807-3D1FA08FD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D52579-1E45-ACF7-53A3-6CAF104CE7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1608F6-FE9A-2D5F-A05C-C2C2D45D4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CEFD53-CBDB-0850-BE43-38C476BC9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F973-8343-4ABA-8E9D-C7DA959EE69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7B3F8B-F6D2-2661-3EC4-BD539217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E4B03C-C343-D8C3-E5A0-D1ADD00F7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BF52-8DD6-4B9B-B230-839C58382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270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EE6D1-99D2-6A08-855A-DB1C52BF8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3B881C-2171-2131-CA07-B9C4C2D5C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F973-8343-4ABA-8E9D-C7DA959EE69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6C778-7FCD-8A08-A0B1-DC9D32C2C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BEDBA-B9EC-BEC8-D0A0-1180D84A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BF52-8DD6-4B9B-B230-839C58382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92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48FCBC-D801-DD45-5967-FB3029427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F973-8343-4ABA-8E9D-C7DA959EE69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7780D9-7DE3-F490-27FA-F97161D88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05758-3261-C469-4622-18E3084D9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BF52-8DD6-4B9B-B230-839C58382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61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CCF08-E223-95D0-29DC-FDE951093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A3809-9796-2348-89E3-A429F9B18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6AB4D-383E-0FE6-A8D5-F77360B00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F2085-4E08-5CCE-A447-2E59F798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F973-8343-4ABA-8E9D-C7DA959EE69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7AAFB-725F-7D4C-0F9C-5DA5D7023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948D1-EDA6-8C75-88EC-B0DF4D9DC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BF52-8DD6-4B9B-B230-839C58382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580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BE0A-E0B9-5C2C-DA9C-BFFBDBCC3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959D86-0159-9241-CB0D-7E4DF2081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98970-A5B0-0247-028F-804566CAB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AD669-475B-5DF8-D474-342EFDB7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F973-8343-4ABA-8E9D-C7DA959EE69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9DCE3-CA88-BE21-2437-210688B01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3D9B1-1676-AECF-C604-F2C9CD98B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BF52-8DD6-4B9B-B230-839C58382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903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CA73D-CEDF-75D4-B522-CAE2C1DB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9CB97-00DF-4477-D2C3-1441E1668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15B75-5C4B-AD63-9CFA-D9C52C8E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F973-8343-4ABA-8E9D-C7DA959EE69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CD96A-0611-F791-EDC6-B8538F87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55BA5-054E-D0D4-AFD7-97C108E2E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BF52-8DD6-4B9B-B230-839C58382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624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DC725F-6857-C04A-4C23-DB11B64A6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44625-BAD4-D9FF-62C9-E57B4004F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4C6FC-8DA7-96E8-FC7C-82F6A83AF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F973-8343-4ABA-8E9D-C7DA959EE69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29EA1-8627-D155-99AA-1206985AE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2E685-6F95-96E9-DE9B-31CE8050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BF52-8DD6-4B9B-B230-839C58382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201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70B94-42F5-BC66-DED7-458379657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C491F-D884-4B2C-7352-D892C06EC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91D00-E811-9FE1-F93D-3A01A4DBD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58F973-8343-4ABA-8E9D-C7DA959EE69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748D5-9A26-12A8-146F-5DC256947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7FF48-9DA8-E757-461C-0B3986C4F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67BF52-8DD6-4B9B-B230-839C58382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947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BA0C-CDB8-9147-8502-FAE417303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525"/>
            <a:ext cx="10515600" cy="6508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Q1: difference in PFS between treatment groups</a:t>
            </a:r>
            <a:endParaRPr lang="zh-CN" alt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7FBBC6-4905-40E1-2BD6-87681A898C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483" y="1488108"/>
            <a:ext cx="4698718" cy="442388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BE5063-C153-D43E-69E6-49567CAC4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294" y="2706093"/>
            <a:ext cx="3486506" cy="286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178084-8036-DC2E-CF93-255F47765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577" y="3174574"/>
            <a:ext cx="4945223" cy="1876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E053BD-06F6-A548-0100-8F02612D6867}"/>
              </a:ext>
            </a:extLst>
          </p:cNvPr>
          <p:cNvSpPr txBox="1"/>
          <p:nvPr/>
        </p:nvSpPr>
        <p:spPr>
          <a:xfrm>
            <a:off x="6408577" y="4126192"/>
            <a:ext cx="4145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Considering the small-sample bias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C21F16-B2E6-3322-9AAC-E9E001567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294" y="4574309"/>
            <a:ext cx="3486506" cy="2867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104D87-F554-F458-8965-22D39545F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577" y="4991304"/>
            <a:ext cx="5061966" cy="2123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C3C74A-39CE-EF2C-1267-2E09CAA40B1C}"/>
              </a:ext>
            </a:extLst>
          </p:cNvPr>
          <p:cNvSpPr txBox="1"/>
          <p:nvPr/>
        </p:nvSpPr>
        <p:spPr>
          <a:xfrm>
            <a:off x="6408577" y="1671862"/>
            <a:ext cx="3791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Surv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time.pfs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event.pfs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~ treatment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663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600D-A625-19F8-EF74-DD6C24DA4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4DDE-2585-A35A-98A2-55F3E2832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525"/>
            <a:ext cx="10515600" cy="6508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Q2: gene expression scores’ association with PFS</a:t>
            </a:r>
            <a:endParaRPr lang="zh-CN" alt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5A8B68-2DBE-1871-B79B-268FD6B30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012" y="2092622"/>
            <a:ext cx="4195880" cy="4168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1F28D9-2E95-2F8F-C769-DE829BE65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222" y="2557748"/>
            <a:ext cx="5698178" cy="33884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F9A9F7C-62BC-6437-9ABA-452A253045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330"/>
          <a:stretch/>
        </p:blipFill>
        <p:spPr>
          <a:xfrm>
            <a:off x="8109812" y="2578068"/>
            <a:ext cx="673508" cy="326852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F6AE7D0-E35F-4182-D00F-5F26CC20E8AF}"/>
              </a:ext>
            </a:extLst>
          </p:cNvPr>
          <p:cNvSpPr txBox="1"/>
          <p:nvPr/>
        </p:nvSpPr>
        <p:spPr>
          <a:xfrm>
            <a:off x="7979931" y="2085696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q_value</a:t>
            </a:r>
            <a:endParaRPr lang="zh-CN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5DDDDD-78EC-CB12-DC0E-9A7639864C5D}"/>
              </a:ext>
            </a:extLst>
          </p:cNvPr>
          <p:cNvSpPr txBox="1"/>
          <p:nvPr/>
        </p:nvSpPr>
        <p:spPr>
          <a:xfrm>
            <a:off x="9088560" y="1838960"/>
            <a:ext cx="2112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070C0"/>
                </a:solidFill>
                <a:effectLst/>
                <a:latin typeface="Google Sans"/>
              </a:rPr>
              <a:t>Benjamini-Hochberg</a:t>
            </a:r>
          </a:p>
          <a:p>
            <a:r>
              <a:rPr lang="en-US" altLang="zh-CN" b="0" i="0" dirty="0">
                <a:solidFill>
                  <a:srgbClr val="0070C0"/>
                </a:solidFill>
                <a:effectLst/>
                <a:latin typeface="Google Sans"/>
              </a:rPr>
              <a:t>adjustment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A14B59-A0F5-21FA-3A73-17C7D800D084}"/>
              </a:ext>
            </a:extLst>
          </p:cNvPr>
          <p:cNvSpPr/>
          <p:nvPr/>
        </p:nvSpPr>
        <p:spPr>
          <a:xfrm>
            <a:off x="2201222" y="2976880"/>
            <a:ext cx="5698178" cy="325120"/>
          </a:xfrm>
          <a:prstGeom prst="rect">
            <a:avLst/>
          </a:prstGeom>
          <a:solidFill>
            <a:schemeClr val="accent6">
              <a:alpha val="21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16F5E1-04C9-55CB-8133-746587BEA4F3}"/>
              </a:ext>
            </a:extLst>
          </p:cNvPr>
          <p:cNvSpPr/>
          <p:nvPr/>
        </p:nvSpPr>
        <p:spPr>
          <a:xfrm>
            <a:off x="2201222" y="3396012"/>
            <a:ext cx="5698178" cy="325120"/>
          </a:xfrm>
          <a:prstGeom prst="rect">
            <a:avLst/>
          </a:prstGeom>
          <a:solidFill>
            <a:schemeClr val="accent6">
              <a:alpha val="21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808C07-FF30-2C70-9AA9-15DFFC1826CF}"/>
              </a:ext>
            </a:extLst>
          </p:cNvPr>
          <p:cNvSpPr/>
          <p:nvPr/>
        </p:nvSpPr>
        <p:spPr>
          <a:xfrm>
            <a:off x="2201222" y="5133372"/>
            <a:ext cx="5698178" cy="325120"/>
          </a:xfrm>
          <a:prstGeom prst="rect">
            <a:avLst/>
          </a:prstGeom>
          <a:solidFill>
            <a:schemeClr val="accent6">
              <a:alpha val="21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1CC85-E893-3E6F-D413-7F35D636A814}"/>
              </a:ext>
            </a:extLst>
          </p:cNvPr>
          <p:cNvSpPr txBox="1"/>
          <p:nvPr/>
        </p:nvSpPr>
        <p:spPr>
          <a:xfrm>
            <a:off x="838200" y="1559592"/>
            <a:ext cx="6122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Surv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time.pfs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event.pfs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~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gene_expression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strata(treatment)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23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9889-F4CC-8F91-96D8-CE952DB9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C5B22E3C-BD06-E5F3-0BE6-B03BAE735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264" y="867364"/>
            <a:ext cx="5311922" cy="35437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163C9E-A590-FE8D-7FBB-BF440F606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525"/>
            <a:ext cx="10515600" cy="6508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Q3: predictive biomarker for the treatment</a:t>
            </a:r>
            <a:endParaRPr lang="zh-CN" alt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966D8D-50E5-D9EE-065D-B62DFF1CE1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2558"/>
          <a:stretch/>
        </p:blipFill>
        <p:spPr>
          <a:xfrm>
            <a:off x="318770" y="1458010"/>
            <a:ext cx="4544059" cy="2211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D517D1-DD60-C809-D440-9409A51162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757"/>
          <a:stretch/>
        </p:blipFill>
        <p:spPr>
          <a:xfrm>
            <a:off x="297937" y="1652301"/>
            <a:ext cx="4544059" cy="22660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F4430A-3AA9-A1A6-83B6-D0510FCC0FBA}"/>
              </a:ext>
            </a:extLst>
          </p:cNvPr>
          <p:cNvSpPr/>
          <p:nvPr/>
        </p:nvSpPr>
        <p:spPr>
          <a:xfrm>
            <a:off x="366323" y="2551008"/>
            <a:ext cx="2197099" cy="221188"/>
          </a:xfrm>
          <a:prstGeom prst="rect">
            <a:avLst/>
          </a:prstGeom>
          <a:solidFill>
            <a:schemeClr val="accent6">
              <a:alpha val="21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675FCA-66D2-D954-84FC-9B1C6CED31D7}"/>
              </a:ext>
            </a:extLst>
          </p:cNvPr>
          <p:cNvSpPr/>
          <p:nvPr/>
        </p:nvSpPr>
        <p:spPr>
          <a:xfrm>
            <a:off x="366323" y="3684056"/>
            <a:ext cx="2197099" cy="221188"/>
          </a:xfrm>
          <a:prstGeom prst="rect">
            <a:avLst/>
          </a:prstGeom>
          <a:solidFill>
            <a:schemeClr val="accent6">
              <a:alpha val="21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D5B327-AE13-BE93-8E08-F7746659469C}"/>
              </a:ext>
            </a:extLst>
          </p:cNvPr>
          <p:cNvSpPr/>
          <p:nvPr/>
        </p:nvSpPr>
        <p:spPr>
          <a:xfrm>
            <a:off x="366323" y="2831990"/>
            <a:ext cx="2197099" cy="221188"/>
          </a:xfrm>
          <a:prstGeom prst="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A40070-2270-1F82-0B58-E6E2A3AB9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989" y="4469139"/>
            <a:ext cx="2312050" cy="22306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A51F93-150E-947A-D73D-610FC35C0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700" y="4469139"/>
            <a:ext cx="2262736" cy="22306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8E50F01-A761-FAEF-27E7-B57BCFF0CE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097" y="4458390"/>
            <a:ext cx="2262736" cy="224138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5AB7329-3BCC-B236-DEEC-180D7C622C16}"/>
              </a:ext>
            </a:extLst>
          </p:cNvPr>
          <p:cNvSpPr/>
          <p:nvPr/>
        </p:nvSpPr>
        <p:spPr>
          <a:xfrm>
            <a:off x="3968852" y="2551008"/>
            <a:ext cx="836120" cy="221188"/>
          </a:xfrm>
          <a:prstGeom prst="rect">
            <a:avLst/>
          </a:prstGeom>
          <a:solidFill>
            <a:schemeClr val="accent6">
              <a:alpha val="21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8FA8A4-E487-E939-DB4A-3B906062FA64}"/>
              </a:ext>
            </a:extLst>
          </p:cNvPr>
          <p:cNvSpPr/>
          <p:nvPr/>
        </p:nvSpPr>
        <p:spPr>
          <a:xfrm>
            <a:off x="2848076" y="3684056"/>
            <a:ext cx="836120" cy="221188"/>
          </a:xfrm>
          <a:prstGeom prst="rect">
            <a:avLst/>
          </a:prstGeom>
          <a:solidFill>
            <a:schemeClr val="accent6">
              <a:alpha val="21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AFC017-0DAC-6DB8-05BF-0D27C9F9325B}"/>
              </a:ext>
            </a:extLst>
          </p:cNvPr>
          <p:cNvSpPr/>
          <p:nvPr/>
        </p:nvSpPr>
        <p:spPr>
          <a:xfrm>
            <a:off x="2848077" y="2831990"/>
            <a:ext cx="836120" cy="221188"/>
          </a:xfrm>
          <a:prstGeom prst="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074B3C-B2B6-B7B8-B0E6-2C91F5E0B3A0}"/>
              </a:ext>
            </a:extLst>
          </p:cNvPr>
          <p:cNvSpPr txBox="1"/>
          <p:nvPr/>
        </p:nvSpPr>
        <p:spPr>
          <a:xfrm>
            <a:off x="8211593" y="4852393"/>
            <a:ext cx="3040961" cy="1477328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Potential improving strategies:</a:t>
            </a:r>
          </a:p>
          <a:p>
            <a:pPr marL="342900" indent="-342900"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Original continuous values</a:t>
            </a:r>
          </a:p>
          <a:p>
            <a:pPr marL="342900" indent="-342900"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categories</a:t>
            </a:r>
          </a:p>
          <a:p>
            <a:pPr marL="342900" indent="-342900"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STEPP</a:t>
            </a:r>
          </a:p>
          <a:p>
            <a:pPr marL="342900" indent="-342900">
              <a:buAutoNum type="arabicPeriod"/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24ED29-C182-ED95-C912-8F37A0A72886}"/>
              </a:ext>
            </a:extLst>
          </p:cNvPr>
          <p:cNvSpPr txBox="1"/>
          <p:nvPr/>
        </p:nvSpPr>
        <p:spPr>
          <a:xfrm>
            <a:off x="0" y="914094"/>
            <a:ext cx="65939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Surv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time.pfs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event.pfs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~ </a:t>
            </a:r>
            <a:r>
              <a:rPr lang="en-US" altLang="zh-C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gene_expression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treatment + </a:t>
            </a:r>
            <a:r>
              <a:rPr lang="en-US" altLang="zh-C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gene_expression:treatment</a:t>
            </a:r>
            <a:endParaRPr lang="zh-CN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98A85E-F9DD-1BD9-D814-809AE4BA149E}"/>
              </a:ext>
            </a:extLst>
          </p:cNvPr>
          <p:cNvSpPr txBox="1"/>
          <p:nvPr/>
        </p:nvSpPr>
        <p:spPr>
          <a:xfrm>
            <a:off x="2270314" y="4056055"/>
            <a:ext cx="28825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Surv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time.pfs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event.pfs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~ treatment</a:t>
            </a:r>
            <a:endParaRPr lang="zh-CN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1C81DC-EE0E-FAD7-CADB-857B04CD50FF}"/>
              </a:ext>
            </a:extLst>
          </p:cNvPr>
          <p:cNvCxnSpPr/>
          <p:nvPr/>
        </p:nvCxnSpPr>
        <p:spPr>
          <a:xfrm flipH="1" flipV="1">
            <a:off x="1285094" y="1243218"/>
            <a:ext cx="566420" cy="193962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361142-3122-9830-314A-8A77C074BF21}"/>
              </a:ext>
            </a:extLst>
          </p:cNvPr>
          <p:cNvCxnSpPr>
            <a:cxnSpLocks/>
          </p:cNvCxnSpPr>
          <p:nvPr/>
        </p:nvCxnSpPr>
        <p:spPr>
          <a:xfrm flipH="1">
            <a:off x="1840084" y="1250982"/>
            <a:ext cx="548966" cy="188561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385B46-EB28-A696-5B07-0C9D08A83929}"/>
              </a:ext>
            </a:extLst>
          </p:cNvPr>
          <p:cNvCxnSpPr>
            <a:cxnSpLocks/>
          </p:cNvCxnSpPr>
          <p:nvPr/>
        </p:nvCxnSpPr>
        <p:spPr>
          <a:xfrm flipH="1">
            <a:off x="2502039" y="3938707"/>
            <a:ext cx="701253" cy="17398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0A1866-8AD1-53C1-8C73-E56A5F785D15}"/>
              </a:ext>
            </a:extLst>
          </p:cNvPr>
          <p:cNvCxnSpPr>
            <a:cxnSpLocks/>
          </p:cNvCxnSpPr>
          <p:nvPr/>
        </p:nvCxnSpPr>
        <p:spPr>
          <a:xfrm flipH="1" flipV="1">
            <a:off x="4318562" y="3938707"/>
            <a:ext cx="617316" cy="159185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45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110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Google Sans</vt:lpstr>
      <vt:lpstr>等线</vt:lpstr>
      <vt:lpstr>等线 Light</vt:lpstr>
      <vt:lpstr>Arial</vt:lpstr>
      <vt:lpstr>Calibri</vt:lpstr>
      <vt:lpstr>Office Theme</vt:lpstr>
      <vt:lpstr>Q1: difference in PFS between treatment groups</vt:lpstr>
      <vt:lpstr>Q2: gene expression scores’ association with PFS</vt:lpstr>
      <vt:lpstr>Q3: predictive biomarker for the treatment</vt:lpstr>
    </vt:vector>
  </TitlesOfParts>
  <Company>Merck KGaA Darmstadt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Xiaokang Zhang</dc:creator>
  <cp:lastModifiedBy>Xiaokang Zhang</cp:lastModifiedBy>
  <cp:revision>1</cp:revision>
  <dcterms:created xsi:type="dcterms:W3CDTF">2025-11-25T12:29:15Z</dcterms:created>
  <dcterms:modified xsi:type="dcterms:W3CDTF">2025-11-26T05:30:39Z</dcterms:modified>
</cp:coreProperties>
</file>